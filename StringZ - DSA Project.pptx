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6" d="100"/>
          <a:sy n="76" d="100"/>
        </p:scale>
        <p:origin x="91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04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444444"/>
                </a:solidFill>
                <a:latin typeface="Times New Roman"/>
                <a:ea typeface="Times New Roman" pitchFamily="34" charset="-122"/>
                <a:cs typeface="Times New Roman"/>
              </a:rPr>
              <a:t>A STRING MATCHING PROJECT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2A44"/>
                </a:solidFill>
                <a:latin typeface="Times New Roman"/>
                <a:ea typeface="Times New Roman" pitchFamily="34" charset="-122"/>
                <a:cs typeface="Times New Roman"/>
              </a:rPr>
              <a:t>StringZ</a:t>
            </a:r>
            <a:endParaRPr lang="en-US" sz="5400" dirty="0">
              <a:latin typeface="Times New Roman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Pattern Searching using the Z-Algorithm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972929" y="5419077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 </a:t>
            </a:r>
          </a:p>
          <a:p>
            <a:pPr marL="0" indent="0" algn="ctr">
              <a:buNone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Ch. Kavya Sree – 2520030413</a:t>
            </a:r>
          </a:p>
          <a:p>
            <a:pPr marL="0" indent="0" algn="ctr">
              <a:buNone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G. Neha Reddy - 2520030409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F2A44"/>
                </a:solidFill>
                <a:latin typeface="Times New Roman" pitchFamily="34" charset="0"/>
                <a:cs typeface="Times New Roman" pitchFamily="34" charset="-120"/>
              </a:rPr>
              <a:t>ABSTRACT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608239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String matching is the process of finding a specific word or pattern in a large text. It is useful in applications such as search engines, text editors, DNA sequence analysis, plagiarism detection, spam filtering, and log file analysis.</a:t>
            </a:r>
            <a:endParaRPr lang="en-US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most straightforward approach, known as the naive method, checks the pattern at every position in the text. For each position, it compares characters one by one until a mismatch occurs or a full match is found.</a:t>
            </a:r>
            <a:endParaRPr lang="en-US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naive approach works correctly but performs poorly on large inputs, since in the worst case it re-examines the same characters multiple times, leading to a time complexity of O(n x m), where n is the length of the text and m is the length of the pattern.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/>
                <a:ea typeface="Times New Roman" pitchFamily="34" charset="-122"/>
                <a:cs typeface="Times New Roman"/>
              </a:rPr>
              <a:t>So, to overcome this we use Z-Algorithm here. The Z-Algorithm makes pattern searching more faster and efficient</a:t>
            </a:r>
            <a:r>
              <a:rPr lang="en-IN" dirty="0"/>
              <a:t>.</a:t>
            </a:r>
            <a:endParaRPr lang="en-US" dirty="0">
              <a:solidFill>
                <a:srgbClr val="222222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/>
                <a:ea typeface="Times New Roman" pitchFamily="34" charset="-122"/>
                <a:cs typeface="Times New Roman"/>
              </a:rPr>
              <a:t>The Z-Algorithm creates a Z-array using the pattern and text, which helps us quickly find all the positions where the pattern occurs. Using this array, every occurrence of the pattern can be located in a single pass over the text, giving a time complexity of O(n + m).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642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F2A44"/>
                </a:solidFill>
                <a:latin typeface="Times New Roman" pitchFamily="34" charset="0"/>
                <a:cs typeface="Times New Roman" pitchFamily="34" charset="-120"/>
              </a:rPr>
              <a:t>PROBLEM STATEMENT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 a pattern inside a large text is a big task. The simple (naive matching) way to do this is slow when the text is big, because it re-checks characters again and again instead of reusing information it has already computed.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Naive Matching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Compares the pattern with the text at every single starting position.</a:t>
            </a:r>
            <a:endParaRPr lang="en-US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Worst case takes O(n x m) time, which gets slow quickly as the text grows.</a:t>
            </a:r>
            <a:endParaRPr lang="en-US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Repeats comparisons it has already done, wasting time on large files.</a:t>
            </a: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Z-Algorithm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6309360" y="310896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one Z-array from the pattern and text in a single pass.</a:t>
            </a:r>
            <a:endParaRPr lang="en-US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Finds all matches in O(n + m) time, staying fast even for big text.</a:t>
            </a:r>
            <a:endParaRPr lang="en-US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Needs a working application that also shows the speed difference clearly.</a:t>
            </a:r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80760" y="2606040"/>
            <a:ext cx="0" cy="3566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0642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F2A44"/>
                </a:solidFill>
                <a:latin typeface="Times New Roman" pitchFamily="34" charset="0"/>
                <a:cs typeface="Times New Roman" pitchFamily="34" charset="-120"/>
              </a:rPr>
              <a:t>PROPOSED  FUNCTIONALITIES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 Input: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user enters or uploads a pattern and a text, which can be a small string or a large file.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Z-Array: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application combines pattern, a special separator symbol, and text, then computes the Z-array over this combined string.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Matches: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Z-array is scanned to list every position in the text where the pattern occurs.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Naive Search: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naive method is also run on the same input so the two approaches can be compared directly.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Speed: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time taken by both methods is measured and displayed side by side.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 Large Text: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application is designed to work smoothly on large files, such as books or log files.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0642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F2A44"/>
                </a:solidFill>
                <a:latin typeface="Times New Roman" pitchFamily="34" charset="0"/>
                <a:cs typeface="Times New Roman" pitchFamily="34" charset="-120"/>
              </a:rPr>
              <a:t>TOOLS AND TECHNOLOGIES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Language: </a:t>
            </a: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(or Java / C++) - Core logic for the Z-Algorithm and the naive matching method.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/>
          </a:p>
          <a:p>
            <a:pPr marL="0" indent="0" algn="l">
              <a:lnSpc>
                <a:spcPct val="105000"/>
              </a:lnSpc>
              <a:buNone/>
            </a:pPr>
            <a:r>
              <a:rPr lang="en-US" b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Editor / IDE: </a:t>
            </a: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 Code / PyCharm - Writing, running, and debugging the code.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/>
          </a:p>
          <a:p>
            <a:pPr marL="0" indent="0" algn="l">
              <a:lnSpc>
                <a:spcPct val="105000"/>
              </a:lnSpc>
              <a:buNone/>
            </a:pPr>
            <a:r>
              <a:rPr lang="en-US" b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Charting: </a:t>
            </a: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Matplotlib - Plotting time-comparison graphs between the two methods.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/>
          </a:p>
          <a:p>
            <a:pPr marL="0" indent="0" algn="l">
              <a:lnSpc>
                <a:spcPct val="105000"/>
              </a:lnSpc>
              <a:buNone/>
            </a:pPr>
            <a:r>
              <a:rPr lang="en-US" b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Interface: </a:t>
            </a: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Console app or simple Web UI (HTML, CSS, JS) - Taking input from the user and displaying results.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/>
          </a:p>
          <a:p>
            <a:pPr marL="0" indent="0" algn="l">
              <a:lnSpc>
                <a:spcPct val="105000"/>
              </a:lnSpc>
              <a:buNone/>
            </a:pPr>
            <a:r>
              <a:rPr lang="en-US" b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 Control: </a:t>
            </a: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 &amp; GitHub - Tracking changes and saving the project history.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/>
          </a:p>
          <a:p>
            <a:pPr marL="0" indent="0" algn="l">
              <a:lnSpc>
                <a:spcPct val="105000"/>
              </a:lnSpc>
              <a:buNone/>
            </a:pPr>
            <a:r>
              <a:rPr lang="en-US" b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Platform: </a:t>
            </a: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/ Linux - Development and testing environment.</a:t>
            </a: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642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F2A44"/>
                </a:solidFill>
                <a:latin typeface="Times New Roman" pitchFamily="34" charset="0"/>
                <a:cs typeface="Times New Roman" pitchFamily="34" charset="-120"/>
              </a:rPr>
              <a:t>EXPECTED OUTCOME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working application that correctly finds all matches of a given pattern within a text.</a:t>
            </a:r>
            <a:endParaRPr lang="en-US"/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Z-Algorithm runs in linear time O(n + m), and is clearly faster than the naive method when tested on large text.</a:t>
            </a:r>
            <a:endParaRPr lang="en-US"/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clear side-by-side comparison, shown as a table and a graph, of the Z-Algorithm's running time versus the naive method's running time.</a:t>
            </a:r>
            <a:endParaRPr lang="en-US"/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application handles large files, such as books, log files, and DNA sequences, without a noticeable slowdown.</a:t>
            </a:r>
            <a:endParaRPr lang="en-US"/>
          </a:p>
          <a:p>
            <a:pPr marL="342900" indent="-342900" algn="l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better, hands-on understanding of linear-time string matching algorithms and how they compare to brute-force approaches.</a:t>
            </a: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642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FE852D-FDF7-75FA-2F55-EC0DC98B5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147" y="457200"/>
            <a:ext cx="658570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PresentationFormat>Widescreen</PresentationFormat>
  <Paragraphs>63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Kavya Sree Ch</cp:lastModifiedBy>
  <cp:revision>12</cp:revision>
  <dcterms:created xsi:type="dcterms:W3CDTF">2026-08-20T05:42:28Z</dcterms:created>
  <dcterms:modified xsi:type="dcterms:W3CDTF">2026-10-01T05:18:53Z</dcterms:modified>
</cp:coreProperties>
</file>